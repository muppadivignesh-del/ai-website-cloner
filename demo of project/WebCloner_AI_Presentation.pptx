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01_Cover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02_Repository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03_Project_Mi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04_Key_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05_Technologies_U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06_Architecture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07_Installation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08_Environment_API_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09_How_To_Cl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10_AI_Modif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11_Three_Websites_Tes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Desktop\website_cloner\demo of project\Slide_12_Live_Dashboard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WebCloner AI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WebCloner AI Presentation Deck</dc:title>
  <dc:subject>PptxGenJS Presentation</dc:subject>
  <dc:creator>Antigravity AI Agent</dc:creator>
  <cp:lastModifiedBy>Antigravity AI Agent</cp:lastModifiedBy>
  <cp:revision>1</cp:revision>
  <dcterms:created xsi:type="dcterms:W3CDTF">2026-09-29T05:52:56Z</dcterms:created>
  <dcterms:modified xsi:type="dcterms:W3CDTF">2026-09-29T05:52:56Z</dcterms:modified>
</cp:coreProperties>
</file>